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
</file>

<file path=ppt/slideLayouts/_rels/slideLayout1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sldLayoutIdLst>
    <p:sldLayoutId id="1" r:id="rId1"/>
  </p:sldLayoutIdLst>
  <p:cSld>
    <p:bg>
      <p:bgPr>
        <a:solidFill>
          <a:srgbClr val="0F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</p:sldMaster>
</file>

<file path=ppt/slides/_rels/slide1.xml.rels><?xml version="1.0" encoding="UTF-8"?>
<Relationships xmlns="http://schemas.openxmlformats.org/package/2006/relationships"/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"/>
          <p:cNvSpPr/>
          <p:nvPr/>
        </p:nvSpPr>
        <p:spPr>
          <a:xfrm>
            <a:off x="457200" y="457200"/>
            <a:ext cx="10972800" cy="914400"/>
          </a:xfrm>
        </p:spPr>
        <p:txBody>
          <a:bodyPr/>
          <a:p>
            <a:r>
              <a:rPr sz="4400" b="1"/>
              <a:t>Skin Fitness KOC 招募簡報</a:t>
            </a:r>
          </a:p>
        </p:txBody>
      </p:sp>
      <p:sp>
        <p:nvSpPr>
          <p:cNvPr id="3" name="Body"/>
          <p:cNvSpPr/>
          <p:nvPr/>
        </p:nvSpPr>
        <p:spPr>
          <a:xfrm>
            <a:off x="457200" y="1828800"/>
            <a:ext cx="10972800" cy="3657600"/>
          </a:xfrm>
        </p:spPr>
        <p:txBody>
          <a:bodyPr/>
          <a:p>
            <a:r>
              <a:rPr sz="2800"/>
              <a:t>1. 使命：成為肌膚健身教練，分享即變現</a:t>
            </a:r>
          </a:p>
          <a:p>
            <a:r>
              <a:rPr sz="2800"/>
              <a:t>2. 佣金：8% 起，階梯到 15% + 轉介紹分潤</a:t>
            </a:r>
          </a:p>
          <a:p>
            <a:r>
              <a:rPr sz="2800"/>
              <a:t>3. 流程：內容投流 → 私域沉澱 → 優惠券成交</a:t>
            </a:r>
          </a:p>
          <a:p>
            <a:r>
              <a:rPr sz="2800"/>
              <a:t>4. 工具：腳本包 / 話術包 / AI 肌膚報告</a:t>
            </a:r>
          </a:p>
        </p:txBody>
      </p:sp>
    </p:spTree>
  </p:cSld>
</p:sld>
</file>

<file path=ppt/theme/theme1.xml><?xml version="1.0" encoding="utf-8"?>
<a:theme xmlns:a="http://schemas.openxmlformats.org/drawingml/2006/main" name="SkinFitness">
  <a:themeElements>
    <a:clrScheme name="Skin">
      <a:dk1>
        <a:srgbClr val="0F1012"/>
      </a:dk1>
      <a:lt1>
        <a:srgbClr val="F5F3EE"/>
      </a:lt1>
      <a:accent1>
        <a:srgbClr val="C8A46B"/>
      </a:accent1>
      <a:accent2>
        <a:srgbClr val="B87755"/>
      </a:accent2>
      <a:accent3>
        <a:srgbClr val="6F6B63"/>
      </a:accent3>
      <a:accent4>
        <a:srgbClr val="3C3E44"/>
      </a:accent4>
      <a:accent5>
        <a:srgbClr val="8E7E6C"/>
      </a:accent5>
      <a:accent6>
        <a:srgbClr val="A5927C"/>
      </a:accent6>
      <a:hlink>
        <a:srgbClr val="C8A46B"/>
      </a:hlink>
      <a:folHlink>
        <a:srgbClr val="B87755"/>
      </a:folHlink>
    </a:clrScheme>
    <a:fontScheme name="Skin">
      <a:majorFont>
        <a:latin typeface="Calibri"/>
      </a:majorFont>
      <a:minorFont>
        <a:latin typeface="Calibri"/>
      </a:minorFont>
    </a:fontScheme>
    <a:fmtScheme name="Skin"/>
  </a:themeElements>
</a:theme>
</file>